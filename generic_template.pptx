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7" autoAdjust="0"/>
    <p:restoredTop sz="94660"/>
  </p:normalViewPr>
  <p:slideViewPr>
    <p:cSldViewPr snapToGrid="0">
      <p:cViewPr varScale="1">
        <p:scale>
          <a:sx n="97" d="100"/>
          <a:sy n="97" d="100"/>
        </p:scale>
        <p:origin x="37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91775-7CB1-D5C3-6969-3EEFFACAE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A0B9A-49BD-2A2A-D778-5D5697F97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A77EC-0B70-17D6-B738-F448E45B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D559B-4BE5-4E4B-BB39-5E44628C0D5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1EA56-29DF-ACF0-425F-BAE1CE461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B3098-D3E3-9C41-760B-6F31C27D8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7AAE-2B27-4EF1-959C-E6197DC56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86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7E38E-7639-9B80-4CF6-876915283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AE1A5-163D-164B-A2D1-E3D0CC83B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669DC-E491-B485-84E2-3A4B7D8D4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D559B-4BE5-4E4B-BB39-5E44628C0D5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2D231-4AEC-1124-E2FE-B9E07721C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B64AE-1579-FDAC-08C7-8667E623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7AAE-2B27-4EF1-959C-E6197DC56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7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F813F-D09E-7780-D762-6922C9DA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79D06-FCDD-9509-9F07-54056DA01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9C3A1-C71A-70BC-09B8-08B0C07AE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D559B-4BE5-4E4B-BB39-5E44628C0D5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7F2EB-709C-6614-C4B5-4864D2565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23FE0-3E92-8D24-90D2-99F3D3E8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7AAE-2B27-4EF1-959C-E6197DC56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7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70DB-D917-E7F2-9C20-5E51E801F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A2FF4-BDF6-EFD6-D5E1-FA4AD7838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0E1E2-78EC-8915-8B01-DEF5890B1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E1D17-9F72-2329-8668-4B9702F2E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D559B-4BE5-4E4B-BB39-5E44628C0D5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5B8E3-DE91-B30C-036A-B7C5B6563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02FE8-6D28-6B1B-80EB-DBC32AD38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7AAE-2B27-4EF1-959C-E6197DC56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CC630-CBD9-267E-CBF6-E9207B6AA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D2CC5-3941-A40E-9D93-052D71BFF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4E405-CE0F-5932-8B37-C25EAF239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7B8CDB-6F2D-E3E1-93DA-A9FDD5CED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D9424-297D-52D3-D678-59197D694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03CC88-B046-9458-1DF3-68F5A5A96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D559B-4BE5-4E4B-BB39-5E44628C0D5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6A8D17-E86C-9AE8-FF1A-EDAF666B5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E399A8-7997-9A97-C9ED-672CB337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7AAE-2B27-4EF1-959C-E6197DC56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94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9F30B-AD53-E5D7-D771-B72A7C488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9E8050-00CC-B038-BAF4-FD00A4CFC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D559B-4BE5-4E4B-BB39-5E44628C0D5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B7A675-9786-A776-8608-516EEF9D5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5FFA1-E200-C197-2406-BB224261B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7AAE-2B27-4EF1-959C-E6197DC56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88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1990F0-D68A-6369-93E8-00EC386D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D559B-4BE5-4E4B-BB39-5E44628C0D5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E7AED6-1F5C-B53F-DD51-CDA582147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92076-93ED-F5FB-D65C-CFD3AB10E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7AAE-2B27-4EF1-959C-E6197DC56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2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D996-C407-1F12-4614-92380DC12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60B23-B9CE-BF0F-B7E1-6C62B3AB7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F4021-84F3-F259-41FA-5CAC2D33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14B5D-85C2-F7EF-13A8-3E707E92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D559B-4BE5-4E4B-BB39-5E44628C0D5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E8934-A839-035E-C058-FCF877864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737ED-ECA4-CDDA-ABB3-9AF407DF6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7AAE-2B27-4EF1-959C-E6197DC56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76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0ADB-39BB-6F15-4506-E496CA48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73E9F5-8BD5-65E9-FEB1-9CE5B1CCC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015B4-E39B-6BBC-ABCB-B7498FA54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D005B-A374-19D1-2BA4-A61F7EB83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D559B-4BE5-4E4B-BB39-5E44628C0D5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74C81-EC75-468A-53B9-D1779F52A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3E98C-7DD6-AEED-5EDC-2426BA336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7AAE-2B27-4EF1-959C-E6197DC56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1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9848E-32EB-DFEA-D4D9-324C6379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76EA94-6797-3A53-15BD-3C4D95730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ADD0A-F10F-E812-BAEF-5777889D6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D559B-4BE5-4E4B-BB39-5E44628C0D5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9A3E4-0D7E-1FC9-18A0-2F0DCAE2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3B6E9-D52D-9E94-A951-8D504FAE6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7AAE-2B27-4EF1-959C-E6197DC56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5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C8D51-3853-6DE1-6A54-B5FACB27D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15C16-9AAB-C961-7166-F8F45F10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09C53-2FA4-3AD7-8AE9-555AF2ABD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D559B-4BE5-4E4B-BB39-5E44628C0D5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93477-11A3-5B2A-8164-C5823ADA3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F3D8F-4B7A-C2AB-0109-A9D8AB6C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87AAE-2B27-4EF1-959C-E6197DC56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81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35FB62-544D-E946-CD7A-7315BCB97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6A50C-59AE-F5F3-9496-C473525C3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EB611-2D08-3E2C-4874-E58E02FA0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DD559B-4BE5-4E4B-BB39-5E44628C0D5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7C1B8-3786-DA97-8D87-5214269D8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6998D-33DE-C8C7-2B4A-4E49FA04B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787AAE-2B27-4EF1-959C-E6197DC56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01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64BC74-40B7-EAB8-2806-17836045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1707"/>
            <a:ext cx="2743200" cy="365125"/>
          </a:xfrm>
        </p:spPr>
        <p:txBody>
          <a:bodyPr/>
          <a:lstStyle/>
          <a:p>
            <a:fld id="{46337799-E257-DE4F-A206-5C8F250DF7C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9884200-52E4-BABE-6B15-95A8E093F441}"/>
              </a:ext>
            </a:extLst>
          </p:cNvPr>
          <p:cNvSpPr/>
          <p:nvPr/>
        </p:nvSpPr>
        <p:spPr>
          <a:xfrm>
            <a:off x="3549446" y="287797"/>
            <a:ext cx="6833420" cy="6462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4" name="observed">
            <a:extLst>
              <a:ext uri="{FF2B5EF4-FFF2-40B4-BE49-F238E27FC236}">
                <a16:creationId xmlns:a16="http://schemas.microsoft.com/office/drawing/2014/main" id="{9747C011-2214-3C03-0FC5-F859B5F9121C}"/>
              </a:ext>
            </a:extLst>
          </p:cNvPr>
          <p:cNvSpPr/>
          <p:nvPr/>
        </p:nvSpPr>
        <p:spPr>
          <a:xfrm>
            <a:off x="412648" y="1608665"/>
            <a:ext cx="4513313" cy="1784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expected">
            <a:extLst>
              <a:ext uri="{FF2B5EF4-FFF2-40B4-BE49-F238E27FC236}">
                <a16:creationId xmlns:a16="http://schemas.microsoft.com/office/drawing/2014/main" id="{5EB80166-6AE4-112D-BF09-E71C82DC6016}"/>
              </a:ext>
            </a:extLst>
          </p:cNvPr>
          <p:cNvSpPr/>
          <p:nvPr/>
        </p:nvSpPr>
        <p:spPr>
          <a:xfrm>
            <a:off x="412648" y="3748010"/>
            <a:ext cx="4513313" cy="22015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notes">
            <a:extLst>
              <a:ext uri="{FF2B5EF4-FFF2-40B4-BE49-F238E27FC236}">
                <a16:creationId xmlns:a16="http://schemas.microsoft.com/office/drawing/2014/main" id="{0E7EBFF4-B9E5-0283-B87F-512CC0FD658D}"/>
              </a:ext>
            </a:extLst>
          </p:cNvPr>
          <p:cNvSpPr/>
          <p:nvPr/>
        </p:nvSpPr>
        <p:spPr>
          <a:xfrm>
            <a:off x="412649" y="6056581"/>
            <a:ext cx="3136798" cy="730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" name="metadata">
            <a:extLst>
              <a:ext uri="{FF2B5EF4-FFF2-40B4-BE49-F238E27FC236}">
                <a16:creationId xmlns:a16="http://schemas.microsoft.com/office/drawing/2014/main" id="{67E319DE-FE8B-15FA-590A-694C3B1B382E}"/>
              </a:ext>
            </a:extLst>
          </p:cNvPr>
          <p:cNvSpPr/>
          <p:nvPr/>
        </p:nvSpPr>
        <p:spPr>
          <a:xfrm>
            <a:off x="3581401" y="6056582"/>
            <a:ext cx="7538884" cy="730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severity_badge">
            <a:extLst>
              <a:ext uri="{FF2B5EF4-FFF2-40B4-BE49-F238E27FC236}">
                <a16:creationId xmlns:a16="http://schemas.microsoft.com/office/drawing/2014/main" id="{120E2F53-E046-A132-1C04-F63A169FD696}"/>
              </a:ext>
            </a:extLst>
          </p:cNvPr>
          <p:cNvSpPr/>
          <p:nvPr/>
        </p:nvSpPr>
        <p:spPr>
          <a:xfrm>
            <a:off x="211086" y="245806"/>
            <a:ext cx="595159" cy="688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screenshot">
            <a:extLst>
              <a:ext uri="{FF2B5EF4-FFF2-40B4-BE49-F238E27FC236}">
                <a16:creationId xmlns:a16="http://schemas.microsoft.com/office/drawing/2014/main" id="{45FD0E8D-CBF9-BAEA-B58A-D103D40060F1}"/>
              </a:ext>
            </a:extLst>
          </p:cNvPr>
          <p:cNvSpPr/>
          <p:nvPr/>
        </p:nvSpPr>
        <p:spPr>
          <a:xfrm>
            <a:off x="4925961" y="1176385"/>
            <a:ext cx="6656439" cy="4880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ABE7D5-7147-9718-A01C-10303CCB1EA8}"/>
              </a:ext>
            </a:extLst>
          </p:cNvPr>
          <p:cNvSpPr txBox="1"/>
          <p:nvPr/>
        </p:nvSpPr>
        <p:spPr>
          <a:xfrm>
            <a:off x="508665" y="1225046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Observed behavior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55CD5-C24D-0162-00B5-0187DE980152}"/>
              </a:ext>
            </a:extLst>
          </p:cNvPr>
          <p:cNvSpPr txBox="1"/>
          <p:nvPr/>
        </p:nvSpPr>
        <p:spPr>
          <a:xfrm>
            <a:off x="432794" y="337867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behavior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4D1093-89A6-EA55-7C49-CF09F43D7616}"/>
              </a:ext>
            </a:extLst>
          </p:cNvPr>
          <p:cNvSpPr txBox="1"/>
          <p:nvPr/>
        </p:nvSpPr>
        <p:spPr>
          <a:xfrm>
            <a:off x="185686" y="84593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Severity</a:t>
            </a:r>
          </a:p>
        </p:txBody>
      </p:sp>
      <p:sp>
        <p:nvSpPr>
          <p:cNvPr id="13" name="issue_id">
            <a:extLst>
              <a:ext uri="{FF2B5EF4-FFF2-40B4-BE49-F238E27FC236}">
                <a16:creationId xmlns:a16="http://schemas.microsoft.com/office/drawing/2014/main" id="{0F35DFEA-23E0-E33E-DAE0-244CADCBCE2C}"/>
              </a:ext>
            </a:extLst>
          </p:cNvPr>
          <p:cNvSpPr/>
          <p:nvPr/>
        </p:nvSpPr>
        <p:spPr>
          <a:xfrm>
            <a:off x="906764" y="301963"/>
            <a:ext cx="2593707" cy="6462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260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Nathaniel Sheetz</dc:creator>
  <cp:lastModifiedBy>Nathaniel Sheetz</cp:lastModifiedBy>
  <cp:revision>1</cp:revision>
  <dcterms:created xsi:type="dcterms:W3CDTF">2026-03-02T20:02:26Z</dcterms:created>
  <dcterms:modified xsi:type="dcterms:W3CDTF">2026-03-02T20:08:16Z</dcterms:modified>
</cp:coreProperties>
</file>